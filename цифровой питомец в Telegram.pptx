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218" y="498764"/>
            <a:ext cx="4804756" cy="48047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248987"/>
            <a:ext cx="5985164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Цифровой питомец в Telegram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327564"/>
            <a:ext cx="5818909" cy="192855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этой презентации мы рассмотрим, что такое цифровой питомец в Telegram, его основные преимущества и функционал. Обсудим популярные примеры таких питомцев, а также возможности создания собственного цифрового питомца. Разберём вопросы взаимодействия с питомцем, безопасности и конфиденциальности, а также перспективы развития цифровых питомцев в Telegram.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7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Определение цифрового питомца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21779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Цифровой питомец в Telegram - это виртуальный персонаж, созданный с помощью ботов или мини-приложений, взаимодействие с которым происходит через текстовые команды или визуальный интерфейс.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16791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 данный момент в Telegram доступно более 50 ботов и приложений, которые позволяют пользователям создавать и ухаживать за цифровыми питомцами.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16791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Пользователи могут получать обратную связь от своих питомцев в виде сообщений, реакций или анимаций, что создаёт иллюзию живого общения и взаимодействия.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7" cy="5818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Функциональность Telegram для питомцев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14297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Telegram для питомцев предлагает более 20 различных команд для взаимодействия с цифровым питомцем, включая «покормить», «поиграть» и «уложить спать».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14297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Пользователи могут отслеживать более 5 показателей здоровья и настроения питомца, получая уведомления о его состоянии в режиме реального времени.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14297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приложении доступно более 100 анимированных реакций питомца на действия владельца, что делает взаимодействие с ним более живым и эмоциональным.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64" cy="98090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Популярные цифровые питомцы в Telegram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6816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Согласно статистике, одними из самых популярных цифровых питомцев в Telegram являются анимированные коты и собаки.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2909455"/>
            <a:ext cx="5818909" cy="6816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Например, боты с виртуальными питомцами, такие как Tamagotchi и Pikachu, набирают более 100 тысяч пользователей.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3740727"/>
            <a:ext cx="5818909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Также в Telegram активно развиваются новые форматы, такие как NFT-питомцы, которые могут иметь уникальные характеристики и стоить от нескольких десятков до тысяч долларов.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Создание собственного цифрового питомца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Чтобы создать собственного цифрового питомца в Telegram, вам потребуется установить специализированный бот.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21779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После запуска бота ваш питомец будет взаимодействовать с вами, выполняя команды и реагируя на ваши действия.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23702"/>
            <a:ext cx="4680065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18909" y="1082733"/>
            <a:ext cx="5985164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Взаимодействие с питомцем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818909" y="2078182"/>
            <a:ext cx="5818909" cy="6816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Взаимодействие с цифровым питомцем в Telegram осуществляется через интуитивно понятный интерфейс.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818909" y="3740727"/>
            <a:ext cx="5818909" cy="14297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Вы можете кормить своего питомца, </a:t>
            </a:r>
            <a:r>
              <a:rPr lang="ru-RU" sz="1400" dirty="0">
                <a:solidFill>
                  <a:srgbClr val="000000"/>
                </a:solidFill>
              </a:rPr>
              <a:t>уладывать спать, лечить</a:t>
            </a:r>
            <a:r>
              <a:rPr lang="en-US" sz="1400" dirty="0">
                <a:solidFill>
                  <a:srgbClr val="000000"/>
                </a:solidFill>
              </a:rPr>
              <a:t>. Более 100 тысяч пользователей уже взаимодействуют с питомцами ежедневно, получая положительные эмоции и возможность заботиться о виртуальном друге.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7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Безопасность и конфиденциальность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14297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Telegram обеспечивает высокий уровень безопасности данных пользователей благодаря использованию современных протоколов шифрования.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16791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Все сообщения между пользователями шифруются по протоколу MTProto, который обеспечивает надёжную защиту информации от перехвата и несанкционированного доступа.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192855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Согласно статистике Telegram, количество пользователей, воспользовавшихся функцией двухфакторной аутентификации, растёт, что свидетельствует о повышенном внимании к вопросам конфиденциальности.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64" cy="98090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Примеры успешных цифровых питомцев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11804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Одним из самых популярных цифровых питомцев в Telegram является анимированный котик @neko1389, который стал любимцем более 100 тысяч пользователей благодаря своей интерактивности и возможности настройки внешнего вида.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258589"/>
            <a:ext cx="5818909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Ещё одним примером успешного цифрового питомца является виртуальный питомец @bot_doggy, у которого более 50 тысяч активных пользователей.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4099560"/>
            <a:ext cx="5818909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Эти боты демонстрируют высокий уровень вовлечённости и взаимодействия с пользователями, что подтверждает их успешность на платформе Telegram.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Перспективы развития цифровых питомцев в Telegram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6816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 данным аналитики, количество пользователей, взаимодействующих с ботами-питомцами в Telegram, увеличилось на 42% за последний год.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931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Ожидается, что к концу 2024 года число таких взаимодействий достигнет 1,5 миллиона в месяц. Интеграция с новыми функциями Telegram, такими как мини-приложения и стикеры, открывает дополнительные возможности для развития цифровых питомцев, что может привлечь ещё 3 миллиона новых пользователей.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49295" y="3037840"/>
            <a:ext cx="5693410" cy="7816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0000"/>
                </a:solidFill>
              </a:rPr>
              <a:t>Спасибо за внимание!</a:t>
            </a:r>
            <a:endParaRPr lang="en-US" sz="44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3926</Words>
  <Application>WPS Presentation</Application>
  <PresentationFormat>On-screen Show (16:9)</PresentationFormat>
  <Paragraphs>64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ColomnToil</cp:lastModifiedBy>
  <cp:revision>8</cp:revision>
  <dcterms:created xsi:type="dcterms:W3CDTF">2026-03-14T04:53:00Z</dcterms:created>
  <dcterms:modified xsi:type="dcterms:W3CDTF">2026-03-14T04:57:07Z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40B0306CC6D7458BB6634B3686E4B9E4_12</vt:lpwstr>
  </property>
  <property fmtid="{D5CDD505-2E9C-101B-9397-08002B2CF9AE}" pid="3" name="KSOProductBuildVer">
    <vt:lpwstr>1049-12.2.0.21546</vt:lpwstr>
  </property>
</Properties>
</file>